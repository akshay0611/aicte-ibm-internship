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16"/>
  </p:notesMasterIdLst>
  <p:sldIdLst>
    <p:sldId id="256" r:id="rId5"/>
    <p:sldId id="2146847054" r:id="rId6"/>
    <p:sldId id="262" r:id="rId7"/>
    <p:sldId id="263" r:id="rId8"/>
    <p:sldId id="265" r:id="rId9"/>
    <p:sldId id="2146847057" r:id="rId10"/>
    <p:sldId id="2146847060" r:id="rId11"/>
    <p:sldId id="2146847062" r:id="rId12"/>
    <p:sldId id="2146847061" r:id="rId13"/>
    <p:sldId id="2146847055" r:id="rId14"/>
    <p:sldId id="25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48"/>
  </p:normalViewPr>
  <p:slideViewPr>
    <p:cSldViewPr snapToGrid="0">
      <p:cViewPr varScale="1">
        <p:scale>
          <a:sx n="121" d="100"/>
          <a:sy n="121" d="100"/>
        </p:scale>
        <p:origin x="200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12/02/25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2/12/25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2/12/25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2/12/25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2/12/25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2/12/25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2/12/25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2/12/25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2/12/25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2/12/25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2/12/25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2/12/25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kshay0611/aicte-ibm-internship.git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9108" y="1821635"/>
            <a:ext cx="9144000" cy="977778"/>
          </a:xfrm>
        </p:spPr>
        <p:txBody>
          <a:bodyPr>
            <a:normAutofit/>
          </a:bodyPr>
          <a:lstStyle/>
          <a:p>
            <a:pPr algn="ctr"/>
            <a:r>
              <a:rPr lang="en-IN" sz="2400" b="1" dirty="0">
                <a:solidFill>
                  <a:srgbClr val="00B0F0"/>
                </a:solidFill>
                <a:effectLst/>
                <a:latin typeface="Helvetica" pitchFamily="2" charset="0"/>
              </a:rPr>
              <a:t>SECURE DATA HIDING IN IMAGES USING STEGANOGRAPHY</a:t>
            </a:r>
            <a:br>
              <a:rPr lang="en-IN" sz="2400" b="1" dirty="0">
                <a:solidFill>
                  <a:srgbClr val="00B0F0"/>
                </a:solidFill>
                <a:effectLst/>
                <a:latin typeface="Helvetica" pitchFamily="2" charset="0"/>
              </a:rPr>
            </a:br>
            <a:endParaRPr lang="en-US" sz="2400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529" y="4586365"/>
            <a:ext cx="7980183" cy="16312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Presented By: </a:t>
            </a:r>
          </a:p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Student Name : 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Akshay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 Kumar</a:t>
            </a:r>
          </a:p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College Name &amp; Department : 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Bhagwan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 Mahavir College , Computer Science </a:t>
            </a:r>
          </a:p>
          <a:p>
            <a:endParaRPr lang="en-US" sz="2000" b="1" dirty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3" y="558468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938"/>
            <a:ext cx="11019020" cy="52390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rial"/>
                <a:ea typeface="+mn-lt"/>
                <a:cs typeface="Arial"/>
              </a:rPr>
              <a:t>  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Problem Statement 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Technology used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Wow factor </a:t>
            </a:r>
            <a:endParaRPr lang="en-US" sz="2000" dirty="0">
              <a:latin typeface="Arial"/>
              <a:ea typeface="+mn-lt"/>
              <a:cs typeface="+mn-lt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End users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Result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Conclusion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Git-hub Link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Future scope</a:t>
            </a:r>
          </a:p>
          <a:p>
            <a:pPr marL="0" indent="0">
              <a:buNone/>
            </a:pPr>
            <a:endParaRPr lang="en-US" sz="2000" b="1" dirty="0">
              <a:latin typeface="Arial"/>
              <a:ea typeface="+mn-lt"/>
              <a:cs typeface="+mn-lt"/>
            </a:endParaRPr>
          </a:p>
          <a:p>
            <a:pPr marL="305435" indent="-305435"/>
            <a:endParaRPr lang="en-US" sz="2000" b="1" dirty="0">
              <a:latin typeface="Arial"/>
              <a:ea typeface="+mn-lt"/>
              <a:cs typeface="+mn-lt"/>
            </a:endParaRPr>
          </a:p>
          <a:p>
            <a:pPr marL="305435" indent="-305435"/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EE4A9C-3F57-7DA7-91FD-715C3FB47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403" y="1237632"/>
            <a:ext cx="11029615" cy="4673324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In the digital age, secure communication is crucial. Traditional encryption methods can attract unwanted attention, making </a:t>
            </a:r>
            <a:r>
              <a:rPr lang="en-IN" b="1" dirty="0"/>
              <a:t>steganography</a:t>
            </a:r>
            <a:r>
              <a:rPr lang="en-IN" dirty="0"/>
              <a:t> a valuable alternative. This project focuses on </a:t>
            </a:r>
            <a:r>
              <a:rPr lang="en-IN" b="1" dirty="0"/>
              <a:t>hiding secret messages within images</a:t>
            </a:r>
            <a:r>
              <a:rPr lang="en-IN" dirty="0"/>
              <a:t> to ensure confidentiality and prevent unauthorized access. By leveraging </a:t>
            </a:r>
            <a:r>
              <a:rPr lang="en-IN" b="1" dirty="0"/>
              <a:t>Flask and OpenCV</a:t>
            </a:r>
            <a:r>
              <a:rPr lang="en-IN" dirty="0"/>
              <a:t>, it provides a user-friendly interface for encoding and decoding hidden messages in image files. 🚀</a:t>
            </a:r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Technology  used</a:t>
            </a:r>
            <a:endParaRPr lang="en-US" sz="44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41FD9D-DF07-9C37-1E61-1D920E0EF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671" y="1087378"/>
            <a:ext cx="11613485" cy="5563973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en-IN" dirty="0"/>
              <a:t>🔹 </a:t>
            </a:r>
            <a:r>
              <a:rPr lang="en-IN" b="1" dirty="0"/>
              <a:t>Programming Language</a:t>
            </a:r>
            <a:r>
              <a:rPr lang="en-IN" dirty="0"/>
              <a:t>: Python</a:t>
            </a:r>
            <a:br>
              <a:rPr lang="en-IN" dirty="0"/>
            </a:br>
            <a:r>
              <a:rPr lang="en-IN" dirty="0"/>
              <a:t>🔹 </a:t>
            </a:r>
            <a:r>
              <a:rPr lang="en-IN" b="1" dirty="0"/>
              <a:t>Framework</a:t>
            </a:r>
            <a:r>
              <a:rPr lang="en-IN" dirty="0"/>
              <a:t>: Flask (for web application)</a:t>
            </a:r>
            <a:br>
              <a:rPr lang="en-IN" dirty="0"/>
            </a:br>
            <a:r>
              <a:rPr lang="en-IN" dirty="0"/>
              <a:t>🔹 </a:t>
            </a:r>
            <a:r>
              <a:rPr lang="en-IN" b="1" dirty="0"/>
              <a:t>Libraries</a:t>
            </a:r>
            <a:r>
              <a:rPr lang="en-IN" dirty="0"/>
              <a:t>: OpenCV (image processing), </a:t>
            </a:r>
            <a:r>
              <a:rPr lang="en-IN" dirty="0" err="1"/>
              <a:t>os</a:t>
            </a:r>
            <a:r>
              <a:rPr lang="en-IN" dirty="0"/>
              <a:t> (file handling)</a:t>
            </a:r>
            <a:br>
              <a:rPr lang="en-IN" dirty="0"/>
            </a:br>
            <a:r>
              <a:rPr lang="en-IN" dirty="0"/>
              <a:t>🔹 </a:t>
            </a:r>
            <a:r>
              <a:rPr lang="en-IN" b="1" dirty="0"/>
              <a:t>Frontend</a:t>
            </a:r>
            <a:r>
              <a:rPr lang="en-IN" dirty="0"/>
              <a:t>: HTML, CSS</a:t>
            </a:r>
            <a:br>
              <a:rPr lang="en-IN" dirty="0"/>
            </a:br>
            <a:r>
              <a:rPr lang="en-IN" dirty="0"/>
              <a:t>🔹 </a:t>
            </a:r>
            <a:r>
              <a:rPr lang="en-IN" b="1" dirty="0"/>
              <a:t>Platform</a:t>
            </a:r>
            <a:r>
              <a:rPr lang="en-IN" dirty="0"/>
              <a:t>: Localhost (Flask Server)</a:t>
            </a:r>
            <a:br>
              <a:rPr lang="en-IN" dirty="0"/>
            </a:br>
            <a:r>
              <a:rPr lang="en-IN" dirty="0"/>
              <a:t>🔹 </a:t>
            </a:r>
            <a:r>
              <a:rPr lang="en-IN" b="1" dirty="0"/>
              <a:t>Storage</a:t>
            </a:r>
            <a:r>
              <a:rPr lang="en-IN" dirty="0"/>
              <a:t>: Local File System (uploads folder)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0358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1" y="771730"/>
            <a:ext cx="11029616" cy="530296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Wow factors</a:t>
            </a:r>
            <a:endParaRPr lang="en-US" sz="3200" dirty="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FFAF3C-BA60-9181-132C-C36C403AA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495" y="1669888"/>
            <a:ext cx="11029615" cy="46733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✅ </a:t>
            </a:r>
            <a:r>
              <a:rPr lang="en-IN" b="1" dirty="0"/>
              <a:t>Stealthy Data Hiding</a:t>
            </a:r>
            <a:r>
              <a:rPr lang="en-IN" dirty="0"/>
              <a:t> – Uses </a:t>
            </a:r>
            <a:r>
              <a:rPr lang="en-IN" b="1" dirty="0"/>
              <a:t>steganography</a:t>
            </a:r>
            <a:r>
              <a:rPr lang="en-IN" dirty="0"/>
              <a:t> to embed secret messages inside images without altering their visible quality.</a:t>
            </a:r>
          </a:p>
          <a:p>
            <a:pPr marL="0" indent="0">
              <a:buNone/>
            </a:pPr>
            <a:r>
              <a:rPr lang="en-IN" dirty="0"/>
              <a:t>✅ </a:t>
            </a:r>
            <a:r>
              <a:rPr lang="en-IN" b="1" dirty="0"/>
              <a:t>User-Friendly Web Interface</a:t>
            </a:r>
            <a:r>
              <a:rPr lang="en-IN" dirty="0"/>
              <a:t> – Simple and intuitive </a:t>
            </a:r>
            <a:r>
              <a:rPr lang="en-IN" b="1" dirty="0"/>
              <a:t>Flask-based UI</a:t>
            </a:r>
            <a:r>
              <a:rPr lang="en-IN" dirty="0"/>
              <a:t> for encoding and decoding messages effortlessly.</a:t>
            </a:r>
          </a:p>
          <a:p>
            <a:pPr marL="0" indent="0">
              <a:buNone/>
            </a:pPr>
            <a:r>
              <a:rPr lang="en-IN" dirty="0"/>
              <a:t>✅ </a:t>
            </a:r>
            <a:r>
              <a:rPr lang="en-IN" b="1" dirty="0"/>
              <a:t>Fast &amp; Lightweight</a:t>
            </a:r>
            <a:r>
              <a:rPr lang="en-IN" dirty="0"/>
              <a:t> – Efficient message embedding and extraction using </a:t>
            </a:r>
            <a:r>
              <a:rPr lang="en-IN" b="1" dirty="0"/>
              <a:t>OpenCV</a:t>
            </a:r>
            <a:r>
              <a:rPr lang="en-IN" dirty="0"/>
              <a:t>, ensuring minimal processing time.</a:t>
            </a:r>
          </a:p>
          <a:p>
            <a:pPr marL="0" indent="0">
              <a:buNone/>
            </a:pPr>
            <a:r>
              <a:rPr lang="en-IN" dirty="0"/>
              <a:t>✅ </a:t>
            </a:r>
            <a:r>
              <a:rPr lang="en-IN" b="1" dirty="0"/>
              <a:t>No External Storage Needed</a:t>
            </a:r>
            <a:r>
              <a:rPr lang="en-IN" dirty="0"/>
              <a:t> – Stores encoded images locally without relying on databases, ensuring privacy.</a:t>
            </a:r>
          </a:p>
          <a:p>
            <a:pPr marL="0" indent="0">
              <a:buNone/>
            </a:pPr>
            <a:r>
              <a:rPr lang="en-IN" dirty="0"/>
              <a:t>✅ </a:t>
            </a:r>
            <a:r>
              <a:rPr lang="en-IN" b="1" dirty="0"/>
              <a:t>Beginner-Friendly Implementation</a:t>
            </a:r>
            <a:r>
              <a:rPr lang="en-IN" dirty="0"/>
              <a:t> – Clean and well-structured </a:t>
            </a:r>
            <a:r>
              <a:rPr lang="en-IN" b="1" dirty="0"/>
              <a:t>Python code</a:t>
            </a:r>
            <a:r>
              <a:rPr lang="en-IN" dirty="0"/>
              <a:t> that is easy to understand and modify.</a:t>
            </a:r>
          </a:p>
          <a:p>
            <a:pPr marL="0" indent="0">
              <a:buNone/>
            </a:pPr>
            <a:r>
              <a:rPr lang="en-IN" dirty="0"/>
              <a:t>✅ </a:t>
            </a:r>
            <a:r>
              <a:rPr lang="en-IN" b="1" dirty="0"/>
              <a:t>Cross-Platform Compatibility</a:t>
            </a:r>
            <a:r>
              <a:rPr lang="en-IN" dirty="0"/>
              <a:t> – Works on Windows, Linux, and macOS with minimal setup.</a:t>
            </a:r>
          </a:p>
          <a:p>
            <a:pPr marL="0" indent="0">
              <a:buNone/>
            </a:pPr>
            <a:endParaRPr lang="en-IN" b="1" dirty="0">
              <a:solidFill>
                <a:srgbClr val="0F0F0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5986D-DBC5-8220-FE6F-7F2ABC7C4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End users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79E23-F86A-AFA9-FE9C-7F5A518E8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🔹 </a:t>
            </a:r>
            <a:r>
              <a:rPr lang="en-IN" b="1" dirty="0"/>
              <a:t>Cybersecurity Enthusiasts</a:t>
            </a:r>
            <a:r>
              <a:rPr lang="en-IN" dirty="0"/>
              <a:t> – Those interested in learning and experimenting with </a:t>
            </a:r>
            <a:r>
              <a:rPr lang="en-IN" b="1" dirty="0"/>
              <a:t>steganography</a:t>
            </a:r>
            <a:r>
              <a:rPr lang="en-IN" dirty="0"/>
              <a:t> for secure communication.</a:t>
            </a:r>
          </a:p>
          <a:p>
            <a:pPr marL="0" indent="0">
              <a:buNone/>
            </a:pPr>
            <a:r>
              <a:rPr lang="en-IN" dirty="0"/>
              <a:t>🔹 </a:t>
            </a:r>
            <a:r>
              <a:rPr lang="en-IN" b="1" dirty="0"/>
              <a:t>Students &amp; Researchers</a:t>
            </a:r>
            <a:r>
              <a:rPr lang="en-IN" dirty="0"/>
              <a:t> – Useful for academic projects, research in </a:t>
            </a:r>
            <a:r>
              <a:rPr lang="en-IN" b="1" dirty="0"/>
              <a:t>cryptography and data security</a:t>
            </a:r>
            <a:r>
              <a:rPr lang="en-IN" dirty="0"/>
              <a:t>, and exploring hidden data techniques.</a:t>
            </a:r>
          </a:p>
          <a:p>
            <a:pPr marL="0" indent="0">
              <a:buNone/>
            </a:pPr>
            <a:r>
              <a:rPr lang="en-IN" dirty="0"/>
              <a:t>🔹 </a:t>
            </a:r>
            <a:r>
              <a:rPr lang="en-IN" b="1" dirty="0"/>
              <a:t>Journalists &amp; </a:t>
            </a:r>
            <a:r>
              <a:rPr lang="en-IN" b="1" dirty="0" err="1"/>
              <a:t>Whistleblowers</a:t>
            </a:r>
            <a:r>
              <a:rPr lang="en-IN" dirty="0"/>
              <a:t> – Can help in securely transmitting sensitive information without attracting attention.</a:t>
            </a:r>
          </a:p>
          <a:p>
            <a:pPr marL="0" indent="0">
              <a:buNone/>
            </a:pPr>
            <a:r>
              <a:rPr lang="en-IN" dirty="0"/>
              <a:t>🔹 </a:t>
            </a:r>
            <a:r>
              <a:rPr lang="en-IN" b="1" dirty="0"/>
              <a:t>Forensic Experts</a:t>
            </a:r>
            <a:r>
              <a:rPr lang="en-IN" dirty="0"/>
              <a:t> – Can </a:t>
            </a:r>
            <a:r>
              <a:rPr lang="en-IN" dirty="0" err="1"/>
              <a:t>analyze</a:t>
            </a:r>
            <a:r>
              <a:rPr lang="en-IN" dirty="0"/>
              <a:t> and use steganographic techniques for cybersecurity investigations.</a:t>
            </a:r>
          </a:p>
          <a:p>
            <a:pPr marL="0" indent="0">
              <a:buNone/>
            </a:pPr>
            <a:r>
              <a:rPr lang="en-IN" dirty="0"/>
              <a:t>🔹 </a:t>
            </a:r>
            <a:r>
              <a:rPr lang="en-IN" b="1" dirty="0"/>
              <a:t>Privacy-Conscious Individuals</a:t>
            </a:r>
            <a:r>
              <a:rPr lang="en-IN" dirty="0"/>
              <a:t> – Anyone who wants to send hidden messages securely without traditional encryption methods.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9043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8070C-FF0D-BBE3-3D8A-C3794CCCE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Results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C568779-FA76-53E5-3F4B-24FBFA56F7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226" y="1217866"/>
            <a:ext cx="3836332" cy="225682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9659DA-527C-60BB-3A31-AAC0EF87DC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8581" y="868557"/>
            <a:ext cx="5220193" cy="295544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0E6749E-D45C-416C-D3C1-902F4C2CAAA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0397"/>
          <a:stretch/>
        </p:blipFill>
        <p:spPr>
          <a:xfrm>
            <a:off x="307923" y="4109369"/>
            <a:ext cx="2824160" cy="268355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4DD455D-7CF4-DCAE-ABF3-3BF7DDFDEFF5}"/>
              </a:ext>
            </a:extLst>
          </p:cNvPr>
          <p:cNvSpPr txBox="1"/>
          <p:nvPr/>
        </p:nvSpPr>
        <p:spPr>
          <a:xfrm>
            <a:off x="1142219" y="3460532"/>
            <a:ext cx="3174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Home Page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8B2222-81CF-DFA2-E1A2-69DC33FBE40A}"/>
              </a:ext>
            </a:extLst>
          </p:cNvPr>
          <p:cNvSpPr txBox="1"/>
          <p:nvPr/>
        </p:nvSpPr>
        <p:spPr>
          <a:xfrm>
            <a:off x="8187558" y="3824000"/>
            <a:ext cx="27116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Downloaded Image after Encoding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36375E-6C36-EF0D-5DF8-061A3834A02D}"/>
              </a:ext>
            </a:extLst>
          </p:cNvPr>
          <p:cNvSpPr txBox="1"/>
          <p:nvPr/>
        </p:nvSpPr>
        <p:spPr>
          <a:xfrm>
            <a:off x="686295" y="6423590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Decrypted Message </a:t>
            </a:r>
          </a:p>
        </p:txBody>
      </p:sp>
    </p:spTree>
    <p:extLst>
      <p:ext uri="{BB962C8B-B14F-4D97-AF65-F5344CB8AC3E}">
        <p14:creationId xmlns:p14="http://schemas.microsoft.com/office/powerpoint/2010/main" val="2083715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C6B3D-1072-C2D2-EBFE-E33CABE39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74547-DF1B-77BB-E545-9344EDB9AD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This project successfully demonstrates the use of </a:t>
            </a:r>
            <a:r>
              <a:rPr lang="en-IN" b="1" dirty="0"/>
              <a:t>steganography</a:t>
            </a:r>
            <a:r>
              <a:rPr lang="en-IN" dirty="0"/>
              <a:t> for secure data hiding within images, ensuring confidential communication without raising suspicion. By integrating </a:t>
            </a:r>
            <a:r>
              <a:rPr lang="en-IN" b="1" dirty="0"/>
              <a:t>Flask and OpenCV</a:t>
            </a:r>
            <a:r>
              <a:rPr lang="en-IN" dirty="0"/>
              <a:t>, we created an intuitive web application that allows users to </a:t>
            </a:r>
            <a:r>
              <a:rPr lang="en-IN" b="1" dirty="0"/>
              <a:t>encode and decode messages seamlessly</a:t>
            </a:r>
            <a:r>
              <a:rPr lang="en-IN" dirty="0"/>
              <a:t>. This approach provides an </a:t>
            </a:r>
            <a:r>
              <a:rPr lang="en-IN" b="1" dirty="0"/>
              <a:t>alternative to traditional encryption</a:t>
            </a:r>
            <a:r>
              <a:rPr lang="en-IN" dirty="0"/>
              <a:t> methods, making data transmission more discreet.</a:t>
            </a:r>
          </a:p>
          <a:p>
            <a:r>
              <a:rPr lang="en-IN" dirty="0"/>
              <a:t>With its </a:t>
            </a:r>
            <a:r>
              <a:rPr lang="en-IN" b="1" dirty="0"/>
              <a:t>lightweight, efficient, and user-friendly</a:t>
            </a:r>
            <a:r>
              <a:rPr lang="en-IN" dirty="0"/>
              <a:t> design, this project serves as a valuable tool for </a:t>
            </a:r>
            <a:r>
              <a:rPr lang="en-IN" b="1" dirty="0"/>
              <a:t>cybersecurity enthusiasts, researchers, and privacy-conscious users</a:t>
            </a:r>
            <a:r>
              <a:rPr lang="en-IN" dirty="0"/>
              <a:t>. It highlights the importance of </a:t>
            </a:r>
            <a:r>
              <a:rPr lang="en-IN" b="1" dirty="0"/>
              <a:t>covert communication</a:t>
            </a:r>
            <a:r>
              <a:rPr lang="en-IN" dirty="0"/>
              <a:t> in the modern digital landscape and opens the door for further enhancements in secure data transmission. 🚀🔒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3882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9F08C-D61F-627D-C4E5-397E3E84F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GitHub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299DD-46FA-7866-41D8-C1BFCC2F6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hlinkClick r:id="rId2"/>
              </a:rPr>
              <a:t>https://github.com/akshay0611/aicte-ibm-internship.git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0664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38FD1-D00E-E75B-705C-564F06D93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>
                <a:solidFill>
                  <a:schemeClr val="accent1"/>
                </a:solidFill>
                <a:latin typeface="Arial"/>
                <a:cs typeface="Arial"/>
              </a:rPr>
              <a:t>Future scope(optional)</a:t>
            </a:r>
          </a:p>
        </p:txBody>
      </p:sp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/>
          <a:lstStyle/>
          <a:p>
            <a:pPr algn="ctr"/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F0268AC5E70984D8FE60B7154176407" ma:contentTypeVersion="15" ma:contentTypeDescription="Create a new document." ma:contentTypeScope="" ma:versionID="104e359103f0f57b1cf9676756e5b944">
  <xsd:schema xmlns:xsd="http://www.w3.org/2001/XMLSchema" xmlns:xs="http://www.w3.org/2001/XMLSchema" xmlns:p="http://schemas.microsoft.com/office/2006/metadata/properties" xmlns:ns3="b30265f8-c5e2-4918-b4a1-b977299ca3e2" xmlns:ns4="fadb41d3-f9cb-40fb-903c-8cacaba95bb5" targetNamespace="http://schemas.microsoft.com/office/2006/metadata/properties" ma:root="true" ma:fieldsID="5615b8f8aa772998bad551f24a33de0e" ns3:_="" ns4:_="">
    <xsd:import namespace="b30265f8-c5e2-4918-b4a1-b977299ca3e2"/>
    <xsd:import namespace="fadb41d3-f9cb-40fb-903c-8cacaba95bb5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0265f8-c5e2-4918-b4a1-b977299ca3e2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db41d3-f9cb-40fb-903c-8cacaba95bb5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30265f8-c5e2-4918-b4a1-b977299ca3e2" xsi:nil="true"/>
  </documentManagement>
</p:properties>
</file>

<file path=customXml/itemProps1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DD71778-17EE-4151-88AE-C8F4E8043BD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30265f8-c5e2-4918-b4a1-b977299ca3e2"/>
    <ds:schemaRef ds:uri="fadb41d3-f9cb-40fb-903c-8cacaba95b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D289AE2-D2AE-49D1-AFAC-3A79F6794255}">
  <ds:schemaRefs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fadb41d3-f9cb-40fb-903c-8cacaba95bb5"/>
    <ds:schemaRef ds:uri="http://purl.org/dc/terms/"/>
    <ds:schemaRef ds:uri="b30265f8-c5e2-4918-b4a1-b977299ca3e2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54</TotalTime>
  <Words>505</Words>
  <Application>Microsoft Macintosh PowerPoint</Application>
  <PresentationFormat>Widescreen</PresentationFormat>
  <Paragraphs>44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Calibri Light</vt:lpstr>
      <vt:lpstr>Franklin Gothic Book</vt:lpstr>
      <vt:lpstr>Franklin Gothic Demi</vt:lpstr>
      <vt:lpstr>Helvetica</vt:lpstr>
      <vt:lpstr>Wingdings 2</vt:lpstr>
      <vt:lpstr>DividendVTI</vt:lpstr>
      <vt:lpstr>SECURE DATA HIDING IN IMAGES USING STEGANOGRAPHY </vt:lpstr>
      <vt:lpstr>OUTLINE</vt:lpstr>
      <vt:lpstr>Problem Statement</vt:lpstr>
      <vt:lpstr>Technology  used</vt:lpstr>
      <vt:lpstr>Wow factors</vt:lpstr>
      <vt:lpstr>End users</vt:lpstr>
      <vt:lpstr>Results</vt:lpstr>
      <vt:lpstr>Conclusion</vt:lpstr>
      <vt:lpstr>GitHub Link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Aksh</cp:lastModifiedBy>
  <cp:revision>34</cp:revision>
  <dcterms:created xsi:type="dcterms:W3CDTF">2021-05-26T16:50:10Z</dcterms:created>
  <dcterms:modified xsi:type="dcterms:W3CDTF">2025-02-12T13:35:09Z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0x0101007F0268AC5E70984D8FE60B7154176407</vt:lpwstr>
  </property>
</Properties>
</file>